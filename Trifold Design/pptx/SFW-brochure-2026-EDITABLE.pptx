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537" y="2375245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537" y="2668151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537" y="3296879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3543952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340" y="5192443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8526" y="5192443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0711" y="5192443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896" y="5192443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6741749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7158554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