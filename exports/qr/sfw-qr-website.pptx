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fw-brochure-qr-web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00200"/>
            <a:ext cx="3657600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12080" y="160020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4F3433"/>
                </a:solidFill>
              </a:rPr>
              <a:t>Curious about the Soil Food Web approach?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283464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A463F"/>
                </a:solidFill>
              </a:rPr>
              <a:t>Visit our website to explore our courses, workshops, and free resources. Learn how soil biology supports healthy plants and discover ways to get involved.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443484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22371F"/>
                </a:solidFill>
              </a:rPr>
              <a:t>Learn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489204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6A665C"/>
                </a:solidFill>
              </a:rPr>
              <a:t>www.soilfoodweb.com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