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1585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24481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18170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96287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211117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89326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70470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48587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96138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74347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2640"/>
            <a:ext cx="194922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340" y="2236085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8565" y="3587587"/>
            <a:ext cx="1739646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The Soil Food Web School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340" y="3760847"/>
            <a:ext cx="2815986" cy="614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Your courses and the community, on your phone. Free, on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Apple App Store and on Google Play.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340" y="4886759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8526" y="4886759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60711" y="4886759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2896" y="4886759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537" y="5457596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537" y="5750502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537" y="6379321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4232" y="6741841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94232" y="7158737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5389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36085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26858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4127"/>
            <a:ext cx="1577705" cy="5647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18166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802688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2640"/>
            <a:ext cx="144438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32482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26961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26961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26961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26961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54292"/>
            <a:ext cx="2844606" cy="6847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Testate amoeba, 40x objective. Photograph: Joy Kaluf. A microbial count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names what is present in the sample and their relative numbers: bacteria,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fungi, 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6259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5044250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350208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65625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323427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17932"/>
            <a:ext cx="2425354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doing this, 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2640"/>
            <a:ext cx="161583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24481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47356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32474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70374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