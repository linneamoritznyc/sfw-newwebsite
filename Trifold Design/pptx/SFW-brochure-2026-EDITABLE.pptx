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800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0240" y="358969"/>
            <a:ext cx="2688427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0240" y="532232"/>
            <a:ext cx="268842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952" y="2128416"/>
            <a:ext cx="2706715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240" y="2424333"/>
            <a:ext cx="2688427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65" y="3318022"/>
            <a:ext cx="1104869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240" y="3496140"/>
            <a:ext cx="2688427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465" y="4310969"/>
            <a:ext cx="1133490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240" y="4489178"/>
            <a:ext cx="2688427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465" y="5170322"/>
            <a:ext cx="1285920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240" y="5348440"/>
            <a:ext cx="2688427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465" y="5895990"/>
            <a:ext cx="809609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240" y="6074199"/>
            <a:ext cx="2688427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1437" y="6816303"/>
            <a:ext cx="1527230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1437" y="6976712"/>
            <a:ext cx="1527230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1437" y="7245166"/>
            <a:ext cx="1527230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40" y="358969"/>
            <a:ext cx="2917027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0640" y="532232"/>
            <a:ext cx="291702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0640" y="2128416"/>
            <a:ext cx="2917027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1837" y="2475098"/>
            <a:ext cx="1755830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1837" y="2768003"/>
            <a:ext cx="1755830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1837" y="3396731"/>
            <a:ext cx="1755830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40" y="3643895"/>
            <a:ext cx="2917027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0640" y="529229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2826" y="529229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5011" y="529229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7196" y="529229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8532" y="5676565"/>
            <a:ext cx="2660446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8532" y="6093369"/>
            <a:ext cx="2660446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31837" y="6756136"/>
            <a:ext cx="1755830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Donate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1837" y="6916636"/>
            <a:ext cx="1755830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Gifts fund open research, scholarships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field projects. Tax-deductible to the extent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allowed by law.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1837" y="7305151"/>
            <a:ext cx="1755830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sfw.one/brochure-donate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2600" y="284255"/>
            <a:ext cx="1061161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2600" y="617226"/>
            <a:ext cx="1061161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9640" y="2152138"/>
            <a:ext cx="2917027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9640" y="3135462"/>
            <a:ext cx="2917027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9640" y="3673522"/>
            <a:ext cx="2917027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9640" y="502748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51825" y="502748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4011" y="502748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56196" y="5027486"/>
            <a:ext cx="66083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9640" y="5653278"/>
            <a:ext cx="2917027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9640" y="5889123"/>
            <a:ext cx="291702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9640" y="6144494"/>
            <a:ext cx="2917027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9640" y="6380430"/>
            <a:ext cx="291702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9640" y="6635801"/>
            <a:ext cx="2917027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9640" y="6871737"/>
            <a:ext cx="291702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9640" y="7116928"/>
            <a:ext cx="2917027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0240" y="358969"/>
            <a:ext cx="2917027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0240" y="532232"/>
            <a:ext cx="291702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952" y="2128416"/>
            <a:ext cx="2935315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240" y="2335938"/>
            <a:ext cx="2917027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240" y="3126711"/>
            <a:ext cx="2917027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7921" y="4057526"/>
            <a:ext cx="1419240" cy="5407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7313" y="4718018"/>
            <a:ext cx="2441265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132" y="4902540"/>
            <a:ext cx="2660446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1437" y="6629949"/>
            <a:ext cx="1755830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1437" y="6922854"/>
            <a:ext cx="1755830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1437" y="7431521"/>
            <a:ext cx="1755830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9240" y="358969"/>
            <a:ext cx="2917027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9240" y="532232"/>
            <a:ext cx="291702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9240" y="2128416"/>
            <a:ext cx="2917027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9240" y="2432334"/>
            <a:ext cx="2917027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9240" y="3126814"/>
            <a:ext cx="66083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426" y="3126814"/>
            <a:ext cx="660836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611" y="3126814"/>
            <a:ext cx="660836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5796" y="3126814"/>
            <a:ext cx="660836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9240" y="4355712"/>
            <a:ext cx="2917027" cy="64154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Testate amoeba, 40x objective. Photograph: Joy Kaluf. A microbial count names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what is present in the sample and their relative numbers: bacteria, fungi,</a:t>
            </a:r>
          </a:p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9240" y="4819101"/>
            <a:ext cx="2917027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2321" y="5100759"/>
            <a:ext cx="268394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32321" y="5406809"/>
            <a:ext cx="268394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2321" y="5712767"/>
            <a:ext cx="268394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7132" y="6379936"/>
            <a:ext cx="2660446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8240" y="-14289"/>
            <a:ext cx="2688427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8240" y="158974"/>
            <a:ext cx="2688427" cy="10665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implementing the soil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food web approach,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8240" y="2128416"/>
            <a:ext cx="2706715" cy="4272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44"/>
              </a:lnSpc>
              <a:spcBef>
                <a:spcPts val="0"/>
              </a:spcBef>
              <a:spcAft>
                <a:spcPts val="0"/>
              </a:spcAft>
            </a:pPr>
            <a:r>
              <a:rPr sz="669" b="0" i="1">
                <a:solidFill>
                  <a:srgbClr val="6A665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8240" y="2424333"/>
            <a:ext cx="2688427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8240" y="3447299"/>
            <a:ext cx="2688427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8240" y="4532326"/>
            <a:ext cx="2688427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8240" y="5470318"/>
            <a:ext cx="2688427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9437" y="6756136"/>
            <a:ext cx="1527230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437" y="6916636"/>
            <a:ext cx="1527230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9437" y="7305151"/>
            <a:ext cx="1527230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